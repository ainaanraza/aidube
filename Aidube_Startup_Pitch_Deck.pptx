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Aidube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Learning from Free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 education is scattered, unstructured, and overwhelming.</a:t>
            </a:r>
          </a:p>
          <a:p>
            <a:r>
              <a:t>Learners lack direction and clarity.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don’t pay for knowledge.</a:t>
            </a:r>
          </a:p>
          <a:p>
            <a:r>
              <a:t>They pay for focus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Aidube organizes free online content into clear, goal‑oriented learning paths.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roadmaps</a:t>
            </a:r>
          </a:p>
          <a:p>
            <a:r>
              <a:t>Curated YouTube playlists</a:t>
            </a:r>
          </a:p>
          <a:p>
            <a:r>
              <a:t>Progress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learning paths</a:t>
            </a:r>
          </a:p>
          <a:p>
            <a:r>
              <a:t>Distraction‑free UI</a:t>
            </a:r>
          </a:p>
          <a:p>
            <a:r>
              <a:t>Learning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heavy paywalls</a:t>
            </a:r>
          </a:p>
          <a:p>
            <a:r>
              <a:t>Saves time and cost</a:t>
            </a:r>
          </a:p>
          <a:p>
            <a:r>
              <a:t>Clarity‑first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</a:t>
            </a:r>
          </a:p>
          <a:p>
            <a:r>
              <a:t>Self‑learners</a:t>
            </a:r>
          </a:p>
          <a:p>
            <a:r>
              <a:t>Professionals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Premium features</a:t>
            </a:r>
          </a:p>
          <a:p>
            <a:r>
              <a:t>Affiliate partnerships</a:t>
            </a:r>
          </a:p>
          <a:p>
            <a:r>
              <a:t>Institutional licensing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Democratize focused learning</a:t>
            </a:r>
          </a:p>
          <a:p>
            <a:r>
              <a:t>Make clarity accessible to everyone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Smarter AI</a:t>
            </a:r>
          </a:p>
          <a:p>
            <a:r>
              <a:t>Assessments</a:t>
            </a:r>
          </a:p>
          <a:p>
            <a:r>
              <a:t>Daily learning plans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freely.</a:t>
            </a:r>
          </a:p>
          <a:p>
            <a:r>
              <a:t>Learn clearly.</a:t>
            </a:r>
          </a:p>
          <a:p>
            <a:r>
              <a:t>Learn with Aidube.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